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E7A"/>
    <a:srgbClr val="820010"/>
    <a:srgbClr val="4472C4"/>
    <a:srgbClr val="950F15"/>
    <a:srgbClr val="B11016"/>
    <a:srgbClr val="002147"/>
    <a:srgbClr val="B20C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24" autoAdjust="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848E9-C46D-4EDD-9DB9-4317358603A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A2272-B95B-43AD-AB43-BF9F66A219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99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5CC9-1FD3-1BFE-1AE3-A937CAFB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B942F9-90CE-B538-69E0-666965733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196B27-50FC-9A75-1BAC-F55060510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北大深圳视觉智能团队</a:t>
            </a:r>
            <a:br>
              <a:rPr lang="en-US" altLang="zh-CN"/>
            </a:br>
            <a:r>
              <a:rPr lang="en-US" altLang="zh-CN"/>
              <a:t>Visual Intelligence Team</a:t>
            </a:r>
          </a:p>
          <a:p>
            <a:r>
              <a:rPr lang="zh-CN" altLang="en-US"/>
              <a:t>邮箱</a:t>
            </a:r>
            <a:r>
              <a:rPr lang="en-US" altLang="zh-CN"/>
              <a:t>: vit.pkusz@gmail.com</a:t>
            </a:r>
            <a:r>
              <a:rPr lang="zh-CN" altLang="en-US"/>
              <a:t>，密码：</a:t>
            </a:r>
            <a:r>
              <a:rPr lang="en-US" altLang="zh-CN"/>
              <a:t>vit.pkusz@2023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5ECED-0E6E-3BA1-B9FC-2F194B34A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A2272-B95B-43AD-AB43-BF9F66A219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930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C806E-D161-478E-B7C4-5396AA42F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9CEFFE-249C-4E39-988D-DDB67B827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4041A-E864-4D05-8E32-0D116DEA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DBED1-64DE-47CF-95C0-4B7CF8FA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E8D40-8527-4388-B2B9-EDDBDC92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94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E486C-3317-4631-8CE3-E63F5C4A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AE0BD0-F24E-4120-AB64-EA00706B2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0C820-BEF1-4021-9114-A0F3CC4B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5C870-596F-40ED-B765-8BC5671D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6CBEB-91D7-440E-966C-BC38F8DA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35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0420C-2B6F-4543-93C7-831823A6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EF8041-8622-491C-8414-937FB8E5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941A8-00A3-4440-A648-9992913D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64171-C9CA-4A3F-9FC5-D9CE33BA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97059-1C19-4558-BAF0-6406CAAB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62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D0B68-33FD-4909-A05F-A74CB5F6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0C04C7-FAAB-4EC5-AABA-99E58F377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16B0A-47E8-4583-879B-57693F7FF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048EF1-1F99-4AD7-81C7-9D3378A1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60E935-FC2C-431E-B1C2-957157ED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FB0D12-B5CA-4300-9E64-2495229B4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80F0C-2A6B-48FC-9085-E8E2DCE2A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55E4A-DD17-4C24-A57A-19466BC58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B5B898-3B51-4611-94D5-8B8D19270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7ADDAF-DF1B-4818-A0B1-652853301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4442A6-56B5-46C9-8585-479F1EAE7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8F2775-D447-46AB-92F5-8E2F18F82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80C7E0-2B24-40B0-9C73-888F8D32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49CA8D-711F-43E8-89F0-17950EAC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6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EBC65-86A1-49C4-8007-AF0F831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3257B5-939B-4F84-8592-07D7182C4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5DC342-B1D8-4753-AA56-1E1F4BA2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4660D6-A50D-4BB7-94F8-A8C2E8B6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18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C0347D-4FC5-456E-B049-4CA9948A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039BB4-019D-417A-B469-EC260D20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85227-85A8-44B9-BAA8-753A7AED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39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81011-E99C-46B1-A294-81C433C6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63B524-0A8E-47A9-9261-B2C519398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466C6D-6D3C-42D1-B2EB-90FFFA07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663507-E88C-4344-99AA-981543C4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8108BB-B20A-4DE0-B6F9-9068047B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A2D3D2-3E0A-4F68-9148-700ED488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1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2F691-C722-44CE-BF57-B85D8D72E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91EBFC-AB90-486E-A4E6-E6A0B964A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405BC-51D2-445E-87B3-77185C620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5D6BF0-9918-452C-94C8-E5C5799C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1CE03-53C9-4BE2-BCC7-E22B3602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89F19D-BD1A-4A2E-9DAF-20BC613C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65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B734F-E9C1-47ED-8C54-2FCB9920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94DA54-7AD0-48D7-91D2-0F65A8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7F20E-8E46-4DE3-9B76-78080601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D58965-D773-4C07-90E5-BB51C256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C1035-6ADF-4268-B719-D400303A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7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4EC5EC-A440-40AA-8A32-B653CD4B5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D818D1-2600-499B-8452-94CB1A6AA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A3499-9244-4A44-92D2-E8E18533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68E1A-3350-4C88-BB4C-BE5B9E17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B9C2F-C376-4C6E-93F3-AA217653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6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96F181-F21E-4F2F-B9DB-001EE34A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D55C1E-47BF-4A19-8A94-F14AB5B64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FAEA3-004F-4A36-9366-0C6EB40CF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B487E-C426-4F6D-B2E4-757BAF5B7249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F61CBD-D0A4-40A9-9F18-346DB4408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C05C7-7B69-469B-89EE-8832C5452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C20B3-77E9-4466-B12D-A399186954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92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7FD239B-4BDF-2D7B-0256-C8DB996B3EF8}"/>
              </a:ext>
            </a:extLst>
          </p:cNvPr>
          <p:cNvSpPr txBox="1"/>
          <p:nvPr/>
        </p:nvSpPr>
        <p:spPr>
          <a:xfrm>
            <a:off x="2146434" y="1453414"/>
            <a:ext cx="4523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>
                <a:solidFill>
                  <a:srgbClr val="000E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北京大学深圳人体感知课题组</a:t>
            </a:r>
            <a:endParaRPr lang="en-US" altLang="zh-CN" sz="2400" b="1">
              <a:solidFill>
                <a:srgbClr val="000E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/>
            <a:r>
              <a:rPr lang="en-US" altLang="zh-CN" sz="2000" b="1">
                <a:solidFill>
                  <a:srgbClr val="000E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Human Perception Group,</a:t>
            </a:r>
            <a:r>
              <a:rPr lang="zh-CN" altLang="en-US" sz="2000" b="1">
                <a:solidFill>
                  <a:srgbClr val="000E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>
                <a:solidFill>
                  <a:srgbClr val="000E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PKUSZ</a:t>
            </a:r>
            <a:endParaRPr lang="zh-CN" altLang="en-US" sz="2000" b="1">
              <a:solidFill>
                <a:srgbClr val="000E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5127AF-8E54-CEC7-6CC9-5D168B237128}"/>
              </a:ext>
            </a:extLst>
          </p:cNvPr>
          <p:cNvGrpSpPr/>
          <p:nvPr/>
        </p:nvGrpSpPr>
        <p:grpSpPr>
          <a:xfrm>
            <a:off x="2267551" y="3429000"/>
            <a:ext cx="3161097" cy="699193"/>
            <a:chOff x="3278204" y="3989814"/>
            <a:chExt cx="3536483" cy="69919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0BEB7DC-8969-B8ED-3CD7-C813FDBD908E}"/>
                </a:ext>
              </a:extLst>
            </p:cNvPr>
            <p:cNvSpPr txBox="1"/>
            <p:nvPr/>
          </p:nvSpPr>
          <p:spPr>
            <a:xfrm>
              <a:off x="3278204" y="3989814"/>
              <a:ext cx="353648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100" b="1">
                  <a:solidFill>
                    <a:srgbClr val="000E7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北大深圳人体感知课题组</a:t>
              </a:r>
              <a:endPara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EBEC2E3-4C1C-3D01-DEE3-A1D39CA4F364}"/>
                </a:ext>
              </a:extLst>
            </p:cNvPr>
            <p:cNvSpPr txBox="1"/>
            <p:nvPr/>
          </p:nvSpPr>
          <p:spPr>
            <a:xfrm>
              <a:off x="3278204" y="4381230"/>
              <a:ext cx="35364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400" b="1">
                  <a:solidFill>
                    <a:schemeClr val="bg1">
                      <a:lumMod val="50000"/>
                    </a:schemeClr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Human Perception Group, PKUSZ</a:t>
              </a:r>
              <a:endParaRPr lang="zh-CN" altLang="en-US" sz="1400" b="1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33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ED76-A5C1-BBD4-995C-A85FD3BE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10479E5-5F65-E1EE-8BC1-002D0368F4EE}"/>
              </a:ext>
            </a:extLst>
          </p:cNvPr>
          <p:cNvGrpSpPr/>
          <p:nvPr/>
        </p:nvGrpSpPr>
        <p:grpSpPr>
          <a:xfrm>
            <a:off x="4326101" y="851673"/>
            <a:ext cx="3838874" cy="3779923"/>
            <a:chOff x="4326101" y="851673"/>
            <a:chExt cx="3838874" cy="3779923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08C6D40-32DA-E024-9BDE-B5819D0D9F6B}"/>
                </a:ext>
              </a:extLst>
            </p:cNvPr>
            <p:cNvGrpSpPr/>
            <p:nvPr/>
          </p:nvGrpSpPr>
          <p:grpSpPr>
            <a:xfrm>
              <a:off x="4326101" y="851673"/>
              <a:ext cx="3838874" cy="3779923"/>
              <a:chOff x="409075" y="1279358"/>
              <a:chExt cx="3838874" cy="3779923"/>
            </a:xfrm>
            <a:solidFill>
              <a:srgbClr val="950F15"/>
            </a:solidFill>
          </p:grpSpPr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472CAEBD-FFEB-CDA0-B307-A531D8AC36D2}"/>
                  </a:ext>
                </a:extLst>
              </p:cNvPr>
              <p:cNvSpPr/>
              <p:nvPr/>
            </p:nvSpPr>
            <p:spPr>
              <a:xfrm>
                <a:off x="409075" y="1279358"/>
                <a:ext cx="3810000" cy="377992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Cooper Black" panose="0208090404030B020404" pitchFamily="18" charset="0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D95689-741B-9469-652B-FC0777B87E97}"/>
                  </a:ext>
                </a:extLst>
              </p:cNvPr>
              <p:cNvSpPr txBox="1"/>
              <p:nvPr/>
            </p:nvSpPr>
            <p:spPr>
              <a:xfrm>
                <a:off x="437950" y="3291159"/>
                <a:ext cx="3809999" cy="1169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2000" b="1">
                    <a:solidFill>
                      <a:schemeClr val="bg1"/>
                    </a:solidFill>
                    <a:latin typeface="Arial Rounded MT Bold" panose="020F0704030504030204" pitchFamily="34" charset="0"/>
                    <a:ea typeface="Segoe UI Black" panose="020B0A02040204020203" pitchFamily="34" charset="0"/>
                    <a:cs typeface="Times New Roman" panose="02020603050405020304" pitchFamily="18" charset="0"/>
                  </a:rPr>
                  <a:t>Human Perception Group</a:t>
                </a:r>
              </a:p>
              <a:p>
                <a:pPr algn="ctr"/>
                <a:r>
                  <a:rPr lang="en-US" altLang="zh-CN" sz="2000" b="1">
                    <a:solidFill>
                      <a:schemeClr val="bg1"/>
                    </a:solidFill>
                    <a:latin typeface="Arial Rounded MT Bold" panose="020F0704030504030204" pitchFamily="34" charset="0"/>
                    <a:ea typeface="Segoe UI Black" panose="020B0A02040204020203" pitchFamily="34" charset="0"/>
                    <a:cs typeface="Times New Roman" panose="02020603050405020304" pitchFamily="18" charset="0"/>
                  </a:rPr>
                  <a:t>HRI Lab  </a:t>
                </a:r>
              </a:p>
              <a:p>
                <a:pPr algn="ctr"/>
                <a:r>
                  <a:rPr lang="en-US" altLang="zh-CN" sz="2000" b="1">
                    <a:solidFill>
                      <a:schemeClr val="bg1"/>
                    </a:solidFill>
                    <a:latin typeface="Arial Rounded MT Bold" panose="020F0704030504030204" pitchFamily="34" charset="0"/>
                    <a:ea typeface="Segoe UI Black" panose="020B0A02040204020203" pitchFamily="34" charset="0"/>
                    <a:cs typeface="Times New Roman" panose="02020603050405020304" pitchFamily="18" charset="0"/>
                  </a:rPr>
                  <a:t>PKU Shenzhen</a:t>
                </a:r>
                <a:endParaRPr lang="zh-CN" altLang="en-US" sz="2000" b="1">
                  <a:solidFill>
                    <a:schemeClr val="bg1"/>
                  </a:solidFill>
                  <a:latin typeface="Arial Rounded MT Bold" panose="020F07040305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807F9DF-D82C-F507-82D1-08B4C83C7B35}"/>
                </a:ext>
              </a:extLst>
            </p:cNvPr>
            <p:cNvCxnSpPr>
              <a:cxnSpLocks/>
            </p:cNvCxnSpPr>
            <p:nvPr/>
          </p:nvCxnSpPr>
          <p:spPr>
            <a:xfrm>
              <a:off x="5059839" y="3546187"/>
              <a:ext cx="587828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rgbClr val="B11016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9EAAD14-6E77-BBB1-084A-65C1F0FB98B2}"/>
                </a:ext>
              </a:extLst>
            </p:cNvPr>
            <p:cNvCxnSpPr>
              <a:cxnSpLocks/>
            </p:cNvCxnSpPr>
            <p:nvPr/>
          </p:nvCxnSpPr>
          <p:spPr>
            <a:xfrm>
              <a:off x="6852440" y="3546187"/>
              <a:ext cx="587828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C00000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4CE698D-60F0-9F89-85C6-A1D1CBCD7F10}"/>
                </a:ext>
              </a:extLst>
            </p:cNvPr>
            <p:cNvSpPr txBox="1"/>
            <p:nvPr/>
          </p:nvSpPr>
          <p:spPr>
            <a:xfrm>
              <a:off x="4709131" y="1067992"/>
              <a:ext cx="3043937" cy="2079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9600" b="1">
                  <a:solidFill>
                    <a:schemeClr val="bg1"/>
                  </a:solidFill>
                  <a:latin typeface="Arial Rounded MT Bold" panose="020F07040305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HPG</a:t>
              </a:r>
              <a:endParaRPr lang="zh-CN" altLang="en-US" sz="4000" b="1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3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55</Words>
  <Application>Microsoft Office PowerPoint</Application>
  <PresentationFormat>宽屏</PresentationFormat>
  <Paragraphs>11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 Unicode MS</vt:lpstr>
      <vt:lpstr>等线</vt:lpstr>
      <vt:lpstr>等线 Light</vt:lpstr>
      <vt:lpstr>微软雅黑</vt:lpstr>
      <vt:lpstr>Arial</vt:lpstr>
      <vt:lpstr>Arial Rounded MT Bold</vt:lpstr>
      <vt:lpstr>Cooper Black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梦源 刘</dc:creator>
  <cp:lastModifiedBy>mengyuan liu</cp:lastModifiedBy>
  <cp:revision>65</cp:revision>
  <dcterms:created xsi:type="dcterms:W3CDTF">2026-07-02T01:36:49Z</dcterms:created>
  <dcterms:modified xsi:type="dcterms:W3CDTF">2026-09-29T03:30:02Z</dcterms:modified>
</cp:coreProperties>
</file>